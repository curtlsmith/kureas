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2" r:id="rId13"/>
    <p:sldId id="263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rtis Smith" userId="853fbcd611ad0f8e" providerId="LiveId" clId="{AA2ED938-BE77-4C22-AE59-C73DB54242E1}"/>
    <pc:docChg chg="undo custSel addSld modSld sldOrd modMainMaster">
      <pc:chgData name="Curtis Smith" userId="853fbcd611ad0f8e" providerId="LiveId" clId="{AA2ED938-BE77-4C22-AE59-C73DB54242E1}" dt="2026-05-28T19:45:17.468" v="7610" actId="403"/>
      <pc:docMkLst>
        <pc:docMk/>
      </pc:docMkLst>
      <pc:sldChg chg="delSp modSp mod">
        <pc:chgData name="Curtis Smith" userId="853fbcd611ad0f8e" providerId="LiveId" clId="{AA2ED938-BE77-4C22-AE59-C73DB54242E1}" dt="2026-05-28T19:44:58.969" v="7608" actId="478"/>
        <pc:sldMkLst>
          <pc:docMk/>
          <pc:sldMk cId="1763545828" sldId="256"/>
        </pc:sldMkLst>
        <pc:spChg chg="mod">
          <ac:chgData name="Curtis Smith" userId="853fbcd611ad0f8e" providerId="LiveId" clId="{AA2ED938-BE77-4C22-AE59-C73DB54242E1}" dt="2026-05-28T19:28:48.641" v="7271" actId="20577"/>
          <ac:spMkLst>
            <pc:docMk/>
            <pc:sldMk cId="1763545828" sldId="256"/>
            <ac:spMk id="3" creationId="{5C403A28-2DFC-4A0D-AD42-B914DCB1BF9C}"/>
          </ac:spMkLst>
        </pc:spChg>
        <pc:spChg chg="del">
          <ac:chgData name="Curtis Smith" userId="853fbcd611ad0f8e" providerId="LiveId" clId="{AA2ED938-BE77-4C22-AE59-C73DB54242E1}" dt="2026-05-28T19:44:58.969" v="7608" actId="478"/>
          <ac:spMkLst>
            <pc:docMk/>
            <pc:sldMk cId="1763545828" sldId="256"/>
            <ac:spMk id="4" creationId="{DF51A1C9-C4A2-47DB-A2BB-0F102E0A21C3}"/>
          </ac:spMkLst>
        </pc:spChg>
      </pc:sldChg>
      <pc:sldChg chg="delSp modSp mod">
        <pc:chgData name="Curtis Smith" userId="853fbcd611ad0f8e" providerId="LiveId" clId="{AA2ED938-BE77-4C22-AE59-C73DB54242E1}" dt="2026-05-28T17:00:33.978" v="476" actId="207"/>
        <pc:sldMkLst>
          <pc:docMk/>
          <pc:sldMk cId="1217154341" sldId="257"/>
        </pc:sldMkLst>
        <pc:spChg chg="mod">
          <ac:chgData name="Curtis Smith" userId="853fbcd611ad0f8e" providerId="LiveId" clId="{AA2ED938-BE77-4C22-AE59-C73DB54242E1}" dt="2026-05-28T17:00:33.978" v="476" actId="207"/>
          <ac:spMkLst>
            <pc:docMk/>
            <pc:sldMk cId="1217154341" sldId="257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7:00:15.453" v="463" actId="20577"/>
          <ac:spMkLst>
            <pc:docMk/>
            <pc:sldMk cId="1217154341" sldId="257"/>
            <ac:spMk id="3" creationId="{CD376ECC-5F81-401B-935D-8D16DF24340D}"/>
          </ac:spMkLst>
        </pc:spChg>
        <pc:spChg chg="del">
          <ac:chgData name="Curtis Smith" userId="853fbcd611ad0f8e" providerId="LiveId" clId="{AA2ED938-BE77-4C22-AE59-C73DB54242E1}" dt="2026-05-28T16:55:45.161" v="2" actId="478"/>
          <ac:spMkLst>
            <pc:docMk/>
            <pc:sldMk cId="1217154341" sldId="257"/>
            <ac:spMk id="4" creationId="{F45FB003-FA6E-4C12-A85B-D1B8D85CE666}"/>
          </ac:spMkLst>
        </pc:spChg>
      </pc:sldChg>
      <pc:sldChg chg="addSp modSp add mod">
        <pc:chgData name="Curtis Smith" userId="853fbcd611ad0f8e" providerId="LiveId" clId="{AA2ED938-BE77-4C22-AE59-C73DB54242E1}" dt="2026-05-28T17:06:42.725" v="694" actId="14100"/>
        <pc:sldMkLst>
          <pc:docMk/>
          <pc:sldMk cId="2362347191" sldId="258"/>
        </pc:sldMkLst>
        <pc:spChg chg="mod">
          <ac:chgData name="Curtis Smith" userId="853fbcd611ad0f8e" providerId="LiveId" clId="{AA2ED938-BE77-4C22-AE59-C73DB54242E1}" dt="2026-05-28T17:03:06.964" v="611" actId="20577"/>
          <ac:spMkLst>
            <pc:docMk/>
            <pc:sldMk cId="2362347191" sldId="258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7:01:27.889" v="497" actId="12"/>
          <ac:spMkLst>
            <pc:docMk/>
            <pc:sldMk cId="2362347191" sldId="258"/>
            <ac:spMk id="3" creationId="{CD376ECC-5F81-401B-935D-8D16DF24340D}"/>
          </ac:spMkLst>
        </pc:spChg>
        <pc:spChg chg="mod">
          <ac:chgData name="Curtis Smith" userId="853fbcd611ad0f8e" providerId="LiveId" clId="{AA2ED938-BE77-4C22-AE59-C73DB54242E1}" dt="2026-05-28T17:00:54.334" v="493" actId="403"/>
          <ac:spMkLst>
            <pc:docMk/>
            <pc:sldMk cId="2362347191" sldId="258"/>
            <ac:spMk id="4" creationId="{F45FB003-FA6E-4C12-A85B-D1B8D85CE666}"/>
          </ac:spMkLst>
        </pc:spChg>
        <pc:picChg chg="add mod">
          <ac:chgData name="Curtis Smith" userId="853fbcd611ad0f8e" providerId="LiveId" clId="{AA2ED938-BE77-4C22-AE59-C73DB54242E1}" dt="2026-05-28T17:06:42.725" v="694" actId="14100"/>
          <ac:picMkLst>
            <pc:docMk/>
            <pc:sldMk cId="2362347191" sldId="258"/>
            <ac:picMk id="6" creationId="{ADD32FD7-3D64-4F86-A1D2-D227102B5968}"/>
          </ac:picMkLst>
        </pc:picChg>
      </pc:sldChg>
      <pc:sldChg chg="addSp modSp add mod">
        <pc:chgData name="Curtis Smith" userId="853fbcd611ad0f8e" providerId="LiveId" clId="{AA2ED938-BE77-4C22-AE59-C73DB54242E1}" dt="2026-05-28T19:29:27.308" v="7297" actId="6549"/>
        <pc:sldMkLst>
          <pc:docMk/>
          <pc:sldMk cId="3824234762" sldId="259"/>
        </pc:sldMkLst>
        <pc:spChg chg="mod">
          <ac:chgData name="Curtis Smith" userId="853fbcd611ad0f8e" providerId="LiveId" clId="{AA2ED938-BE77-4C22-AE59-C73DB54242E1}" dt="2026-05-28T17:04:37.131" v="679" actId="27636"/>
          <ac:spMkLst>
            <pc:docMk/>
            <pc:sldMk cId="3824234762" sldId="259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9:29:27.308" v="7297" actId="6549"/>
          <ac:spMkLst>
            <pc:docMk/>
            <pc:sldMk cId="3824234762" sldId="259"/>
            <ac:spMk id="3" creationId="{CD376ECC-5F81-401B-935D-8D16DF24340D}"/>
          </ac:spMkLst>
        </pc:spChg>
        <pc:spChg chg="mod">
          <ac:chgData name="Curtis Smith" userId="853fbcd611ad0f8e" providerId="LiveId" clId="{AA2ED938-BE77-4C22-AE59-C73DB54242E1}" dt="2026-05-28T17:01:33.260" v="498" actId="20577"/>
          <ac:spMkLst>
            <pc:docMk/>
            <pc:sldMk cId="3824234762" sldId="259"/>
            <ac:spMk id="4" creationId="{F45FB003-FA6E-4C12-A85B-D1B8D85CE666}"/>
          </ac:spMkLst>
        </pc:spChg>
        <pc:picChg chg="add mod">
          <ac:chgData name="Curtis Smith" userId="853fbcd611ad0f8e" providerId="LiveId" clId="{AA2ED938-BE77-4C22-AE59-C73DB54242E1}" dt="2026-05-28T19:29:25.265" v="7296" actId="1076"/>
          <ac:picMkLst>
            <pc:docMk/>
            <pc:sldMk cId="3824234762" sldId="259"/>
            <ac:picMk id="7" creationId="{3FCE178E-B85F-4461-9CC8-8611C2F78833}"/>
          </ac:picMkLst>
        </pc:picChg>
      </pc:sldChg>
      <pc:sldChg chg="modSp add mod">
        <pc:chgData name="Curtis Smith" userId="853fbcd611ad0f8e" providerId="LiveId" clId="{AA2ED938-BE77-4C22-AE59-C73DB54242E1}" dt="2026-05-28T17:14:43.342" v="1196" actId="27636"/>
        <pc:sldMkLst>
          <pc:docMk/>
          <pc:sldMk cId="1699854017" sldId="260"/>
        </pc:sldMkLst>
        <pc:spChg chg="mod">
          <ac:chgData name="Curtis Smith" userId="853fbcd611ad0f8e" providerId="LiveId" clId="{AA2ED938-BE77-4C22-AE59-C73DB54242E1}" dt="2026-05-28T17:03:36.744" v="618" actId="20577"/>
          <ac:spMkLst>
            <pc:docMk/>
            <pc:sldMk cId="1699854017" sldId="260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7:14:43.342" v="1196" actId="27636"/>
          <ac:spMkLst>
            <pc:docMk/>
            <pc:sldMk cId="1699854017" sldId="260"/>
            <ac:spMk id="3" creationId="{CD376ECC-5F81-401B-935D-8D16DF24340D}"/>
          </ac:spMkLst>
        </pc:spChg>
        <pc:spChg chg="mod">
          <ac:chgData name="Curtis Smith" userId="853fbcd611ad0f8e" providerId="LiveId" clId="{AA2ED938-BE77-4C22-AE59-C73DB54242E1}" dt="2026-05-28T17:01:55.087" v="503" actId="20577"/>
          <ac:spMkLst>
            <pc:docMk/>
            <pc:sldMk cId="1699854017" sldId="260"/>
            <ac:spMk id="4" creationId="{F45FB003-FA6E-4C12-A85B-D1B8D85CE666}"/>
          </ac:spMkLst>
        </pc:spChg>
      </pc:sldChg>
      <pc:sldChg chg="modSp add mod">
        <pc:chgData name="Curtis Smith" userId="853fbcd611ad0f8e" providerId="LiveId" clId="{AA2ED938-BE77-4C22-AE59-C73DB54242E1}" dt="2026-05-28T19:31:01.473" v="7374" actId="20577"/>
        <pc:sldMkLst>
          <pc:docMk/>
          <pc:sldMk cId="853831380" sldId="261"/>
        </pc:sldMkLst>
        <pc:spChg chg="mod">
          <ac:chgData name="Curtis Smith" userId="853fbcd611ad0f8e" providerId="LiveId" clId="{AA2ED938-BE77-4C22-AE59-C73DB54242E1}" dt="2026-05-28T17:04:28.421" v="677" actId="20577"/>
          <ac:spMkLst>
            <pc:docMk/>
            <pc:sldMk cId="853831380" sldId="261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9:31:01.473" v="7374" actId="20577"/>
          <ac:spMkLst>
            <pc:docMk/>
            <pc:sldMk cId="853831380" sldId="261"/>
            <ac:spMk id="3" creationId="{CD376ECC-5F81-401B-935D-8D16DF24340D}"/>
          </ac:spMkLst>
        </pc:spChg>
        <pc:spChg chg="mod">
          <ac:chgData name="Curtis Smith" userId="853fbcd611ad0f8e" providerId="LiveId" clId="{AA2ED938-BE77-4C22-AE59-C73DB54242E1}" dt="2026-05-28T17:01:58.407" v="504" actId="20577"/>
          <ac:spMkLst>
            <pc:docMk/>
            <pc:sldMk cId="853831380" sldId="261"/>
            <ac:spMk id="4" creationId="{F45FB003-FA6E-4C12-A85B-D1B8D85CE666}"/>
          </ac:spMkLst>
        </pc:spChg>
      </pc:sldChg>
      <pc:sldChg chg="modSp add mod">
        <pc:chgData name="Curtis Smith" userId="853fbcd611ad0f8e" providerId="LiveId" clId="{AA2ED938-BE77-4C22-AE59-C73DB54242E1}" dt="2026-05-28T18:14:29.770" v="5201" actId="207"/>
        <pc:sldMkLst>
          <pc:docMk/>
          <pc:sldMk cId="113260482" sldId="262"/>
        </pc:sldMkLst>
        <pc:spChg chg="mod">
          <ac:chgData name="Curtis Smith" userId="853fbcd611ad0f8e" providerId="LiveId" clId="{AA2ED938-BE77-4C22-AE59-C73DB54242E1}" dt="2026-05-28T17:04:23.431" v="676" actId="20577"/>
          <ac:spMkLst>
            <pc:docMk/>
            <pc:sldMk cId="113260482" sldId="262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8:14:29.770" v="5201" actId="207"/>
          <ac:spMkLst>
            <pc:docMk/>
            <pc:sldMk cId="113260482" sldId="262"/>
            <ac:spMk id="3" creationId="{CD376ECC-5F81-401B-935D-8D16DF24340D}"/>
          </ac:spMkLst>
        </pc:spChg>
        <pc:spChg chg="mod">
          <ac:chgData name="Curtis Smith" userId="853fbcd611ad0f8e" providerId="LiveId" clId="{AA2ED938-BE77-4C22-AE59-C73DB54242E1}" dt="2026-05-28T17:02:01.202" v="505" actId="20577"/>
          <ac:spMkLst>
            <pc:docMk/>
            <pc:sldMk cId="113260482" sldId="262"/>
            <ac:spMk id="4" creationId="{F45FB003-FA6E-4C12-A85B-D1B8D85CE666}"/>
          </ac:spMkLst>
        </pc:spChg>
      </pc:sldChg>
      <pc:sldChg chg="modSp add mod">
        <pc:chgData name="Curtis Smith" userId="853fbcd611ad0f8e" providerId="LiveId" clId="{AA2ED938-BE77-4C22-AE59-C73DB54242E1}" dt="2026-05-28T19:18:24.743" v="6529" actId="207"/>
        <pc:sldMkLst>
          <pc:docMk/>
          <pc:sldMk cId="291927280" sldId="263"/>
        </pc:sldMkLst>
        <pc:spChg chg="mod">
          <ac:chgData name="Curtis Smith" userId="853fbcd611ad0f8e" providerId="LiveId" clId="{AA2ED938-BE77-4C22-AE59-C73DB54242E1}" dt="2026-05-28T17:05:00.729" v="689" actId="20577"/>
          <ac:spMkLst>
            <pc:docMk/>
            <pc:sldMk cId="291927280" sldId="263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9:18:24.743" v="6529" actId="207"/>
          <ac:spMkLst>
            <pc:docMk/>
            <pc:sldMk cId="291927280" sldId="263"/>
            <ac:spMk id="3" creationId="{CD376ECC-5F81-401B-935D-8D16DF24340D}"/>
          </ac:spMkLst>
        </pc:spChg>
        <pc:spChg chg="mod">
          <ac:chgData name="Curtis Smith" userId="853fbcd611ad0f8e" providerId="LiveId" clId="{AA2ED938-BE77-4C22-AE59-C73DB54242E1}" dt="2026-05-28T17:02:03.937" v="506" actId="20577"/>
          <ac:spMkLst>
            <pc:docMk/>
            <pc:sldMk cId="291927280" sldId="263"/>
            <ac:spMk id="4" creationId="{F45FB003-FA6E-4C12-A85B-D1B8D85CE666}"/>
          </ac:spMkLst>
        </pc:spChg>
      </pc:sldChg>
      <pc:sldChg chg="addSp delSp modSp add mod chgLayout">
        <pc:chgData name="Curtis Smith" userId="853fbcd611ad0f8e" providerId="LiveId" clId="{AA2ED938-BE77-4C22-AE59-C73DB54242E1}" dt="2026-05-28T19:31:30.858" v="7376" actId="20577"/>
        <pc:sldMkLst>
          <pc:docMk/>
          <pc:sldMk cId="372648779" sldId="264"/>
        </pc:sldMkLst>
        <pc:spChg chg="mod ord">
          <ac:chgData name="Curtis Smith" userId="853fbcd611ad0f8e" providerId="LiveId" clId="{AA2ED938-BE77-4C22-AE59-C73DB54242E1}" dt="2026-05-28T17:41:59.410" v="3283" actId="20577"/>
          <ac:spMkLst>
            <pc:docMk/>
            <pc:sldMk cId="372648779" sldId="264"/>
            <ac:spMk id="2" creationId="{C08E8EE2-5863-4328-ABBA-D4F67C174874}"/>
          </ac:spMkLst>
        </pc:spChg>
        <pc:spChg chg="mod ord">
          <ac:chgData name="Curtis Smith" userId="853fbcd611ad0f8e" providerId="LiveId" clId="{AA2ED938-BE77-4C22-AE59-C73DB54242E1}" dt="2026-05-28T19:31:30.858" v="7376" actId="20577"/>
          <ac:spMkLst>
            <pc:docMk/>
            <pc:sldMk cId="372648779" sldId="264"/>
            <ac:spMk id="3" creationId="{CD376ECC-5F81-401B-935D-8D16DF24340D}"/>
          </ac:spMkLst>
        </pc:spChg>
        <pc:spChg chg="mod ord">
          <ac:chgData name="Curtis Smith" userId="853fbcd611ad0f8e" providerId="LiveId" clId="{AA2ED938-BE77-4C22-AE59-C73DB54242E1}" dt="2026-05-28T17:23:06.975" v="1754" actId="6264"/>
          <ac:spMkLst>
            <pc:docMk/>
            <pc:sldMk cId="372648779" sldId="264"/>
            <ac:spMk id="5" creationId="{777D4919-4FD7-473C-9C4F-71DD3B861EE8}"/>
          </ac:spMkLst>
        </pc:spChg>
        <pc:spChg chg="add del mod">
          <ac:chgData name="Curtis Smith" userId="853fbcd611ad0f8e" providerId="LiveId" clId="{AA2ED938-BE77-4C22-AE59-C73DB54242E1}" dt="2026-05-28T17:23:06.975" v="1754" actId="6264"/>
          <ac:spMkLst>
            <pc:docMk/>
            <pc:sldMk cId="372648779" sldId="264"/>
            <ac:spMk id="6" creationId="{CE978E72-477A-4525-823A-6CA0CC4CC932}"/>
          </ac:spMkLst>
        </pc:spChg>
        <pc:spChg chg="add del mod">
          <ac:chgData name="Curtis Smith" userId="853fbcd611ad0f8e" providerId="LiveId" clId="{AA2ED938-BE77-4C22-AE59-C73DB54242E1}" dt="2026-05-28T17:23:06.975" v="1754" actId="6264"/>
          <ac:spMkLst>
            <pc:docMk/>
            <pc:sldMk cId="372648779" sldId="264"/>
            <ac:spMk id="7" creationId="{4F5D6618-5F79-458C-939C-88EE9CD50929}"/>
          </ac:spMkLst>
        </pc:spChg>
        <pc:spChg chg="add del mod">
          <ac:chgData name="Curtis Smith" userId="853fbcd611ad0f8e" providerId="LiveId" clId="{AA2ED938-BE77-4C22-AE59-C73DB54242E1}" dt="2026-05-28T17:23:06.975" v="1754" actId="6264"/>
          <ac:spMkLst>
            <pc:docMk/>
            <pc:sldMk cId="372648779" sldId="264"/>
            <ac:spMk id="8" creationId="{EEB25A46-0E3E-4C52-8974-C3A110381529}"/>
          </ac:spMkLst>
        </pc:spChg>
      </pc:sldChg>
      <pc:sldChg chg="addSp delSp modSp add mod modClrScheme chgLayout">
        <pc:chgData name="Curtis Smith" userId="853fbcd611ad0f8e" providerId="LiveId" clId="{AA2ED938-BE77-4C22-AE59-C73DB54242E1}" dt="2026-05-28T17:42:08.935" v="3293" actId="20577"/>
        <pc:sldMkLst>
          <pc:docMk/>
          <pc:sldMk cId="3489946751" sldId="265"/>
        </pc:sldMkLst>
        <pc:spChg chg="mod ord">
          <ac:chgData name="Curtis Smith" userId="853fbcd611ad0f8e" providerId="LiveId" clId="{AA2ED938-BE77-4C22-AE59-C73DB54242E1}" dt="2026-05-28T17:42:08.935" v="3293" actId="20577"/>
          <ac:spMkLst>
            <pc:docMk/>
            <pc:sldMk cId="3489946751" sldId="265"/>
            <ac:spMk id="2" creationId="{C08E8EE2-5863-4328-ABBA-D4F67C174874}"/>
          </ac:spMkLst>
        </pc:spChg>
        <pc:spChg chg="add del mod">
          <ac:chgData name="Curtis Smith" userId="853fbcd611ad0f8e" providerId="LiveId" clId="{AA2ED938-BE77-4C22-AE59-C73DB54242E1}" dt="2026-05-28T17:32:15.574" v="2418" actId="6264"/>
          <ac:spMkLst>
            <pc:docMk/>
            <pc:sldMk cId="3489946751" sldId="265"/>
            <ac:spMk id="3" creationId="{CD376ECC-5F81-401B-935D-8D16DF24340D}"/>
          </ac:spMkLst>
        </pc:spChg>
        <pc:spChg chg="mod ord">
          <ac:chgData name="Curtis Smith" userId="853fbcd611ad0f8e" providerId="LiveId" clId="{AA2ED938-BE77-4C22-AE59-C73DB54242E1}" dt="2026-05-28T17:32:15.574" v="2418" actId="6264"/>
          <ac:spMkLst>
            <pc:docMk/>
            <pc:sldMk cId="3489946751" sldId="265"/>
            <ac:spMk id="5" creationId="{777D4919-4FD7-473C-9C4F-71DD3B861EE8}"/>
          </ac:spMkLst>
        </pc:spChg>
        <pc:spChg chg="add del mod">
          <ac:chgData name="Curtis Smith" userId="853fbcd611ad0f8e" providerId="LiveId" clId="{AA2ED938-BE77-4C22-AE59-C73DB54242E1}" dt="2026-05-28T17:32:15.574" v="2418" actId="6264"/>
          <ac:spMkLst>
            <pc:docMk/>
            <pc:sldMk cId="3489946751" sldId="265"/>
            <ac:spMk id="8" creationId="{AC91EE88-58B8-45F6-A330-A71B53082256}"/>
          </ac:spMkLst>
        </pc:spChg>
        <pc:spChg chg="add del mod">
          <ac:chgData name="Curtis Smith" userId="853fbcd611ad0f8e" providerId="LiveId" clId="{AA2ED938-BE77-4C22-AE59-C73DB54242E1}" dt="2026-05-28T17:32:15.574" v="2418" actId="6264"/>
          <ac:spMkLst>
            <pc:docMk/>
            <pc:sldMk cId="3489946751" sldId="265"/>
            <ac:spMk id="9" creationId="{1261DDB1-A217-4EE2-90D0-D7AF5450F802}"/>
          </ac:spMkLst>
        </pc:spChg>
        <pc:spChg chg="add mod ord">
          <ac:chgData name="Curtis Smith" userId="853fbcd611ad0f8e" providerId="LiveId" clId="{AA2ED938-BE77-4C22-AE59-C73DB54242E1}" dt="2026-05-28T17:34:01.346" v="2626" actId="20577"/>
          <ac:spMkLst>
            <pc:docMk/>
            <pc:sldMk cId="3489946751" sldId="265"/>
            <ac:spMk id="10" creationId="{98F48119-7BDB-4483-BAA0-6B45B885111D}"/>
          </ac:spMkLst>
        </pc:spChg>
        <pc:picChg chg="add del">
          <ac:chgData name="Curtis Smith" userId="853fbcd611ad0f8e" providerId="LiveId" clId="{AA2ED938-BE77-4C22-AE59-C73DB54242E1}" dt="2026-05-28T17:32:11.525" v="2416" actId="22"/>
          <ac:picMkLst>
            <pc:docMk/>
            <pc:sldMk cId="3489946751" sldId="265"/>
            <ac:picMk id="7" creationId="{5F817B40-F509-4885-8549-80891B119377}"/>
          </ac:picMkLst>
        </pc:picChg>
        <pc:picChg chg="add mod">
          <ac:chgData name="Curtis Smith" userId="853fbcd611ad0f8e" providerId="LiveId" clId="{AA2ED938-BE77-4C22-AE59-C73DB54242E1}" dt="2026-05-28T17:34:06.228" v="2627" actId="1076"/>
          <ac:picMkLst>
            <pc:docMk/>
            <pc:sldMk cId="3489946751" sldId="265"/>
            <ac:picMk id="12" creationId="{6E17E2B3-0BE0-459E-8EFF-8AF9E1C7A042}"/>
          </ac:picMkLst>
        </pc:picChg>
      </pc:sldChg>
      <pc:sldChg chg="delSp modSp add mod">
        <pc:chgData name="Curtis Smith" userId="853fbcd611ad0f8e" providerId="LiveId" clId="{AA2ED938-BE77-4C22-AE59-C73DB54242E1}" dt="2026-05-28T17:42:20.806" v="3303" actId="20577"/>
        <pc:sldMkLst>
          <pc:docMk/>
          <pc:sldMk cId="3966146642" sldId="266"/>
        </pc:sldMkLst>
        <pc:spChg chg="mod">
          <ac:chgData name="Curtis Smith" userId="853fbcd611ad0f8e" providerId="LiveId" clId="{AA2ED938-BE77-4C22-AE59-C73DB54242E1}" dt="2026-05-28T17:42:20.806" v="3303" actId="20577"/>
          <ac:spMkLst>
            <pc:docMk/>
            <pc:sldMk cId="3966146642" sldId="266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7:40:55.840" v="3265" actId="6549"/>
          <ac:spMkLst>
            <pc:docMk/>
            <pc:sldMk cId="3966146642" sldId="266"/>
            <ac:spMk id="10" creationId="{98F48119-7BDB-4483-BAA0-6B45B885111D}"/>
          </ac:spMkLst>
        </pc:spChg>
        <pc:picChg chg="del">
          <ac:chgData name="Curtis Smith" userId="853fbcd611ad0f8e" providerId="LiveId" clId="{AA2ED938-BE77-4C22-AE59-C73DB54242E1}" dt="2026-05-28T17:34:14.853" v="2629" actId="478"/>
          <ac:picMkLst>
            <pc:docMk/>
            <pc:sldMk cId="3966146642" sldId="266"/>
            <ac:picMk id="12" creationId="{6E17E2B3-0BE0-459E-8EFF-8AF9E1C7A042}"/>
          </ac:picMkLst>
        </pc:picChg>
      </pc:sldChg>
      <pc:sldChg chg="modSp add mod">
        <pc:chgData name="Curtis Smith" userId="853fbcd611ad0f8e" providerId="LiveId" clId="{AA2ED938-BE77-4C22-AE59-C73DB54242E1}" dt="2026-05-28T17:51:09.608" v="3937" actId="20577"/>
        <pc:sldMkLst>
          <pc:docMk/>
          <pc:sldMk cId="3404550296" sldId="267"/>
        </pc:sldMkLst>
        <pc:spChg chg="mod">
          <ac:chgData name="Curtis Smith" userId="853fbcd611ad0f8e" providerId="LiveId" clId="{AA2ED938-BE77-4C22-AE59-C73DB54242E1}" dt="2026-05-28T17:42:28.254" v="3322" actId="20577"/>
          <ac:spMkLst>
            <pc:docMk/>
            <pc:sldMk cId="3404550296" sldId="267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7:51:09.608" v="3937" actId="20577"/>
          <ac:spMkLst>
            <pc:docMk/>
            <pc:sldMk cId="3404550296" sldId="267"/>
            <ac:spMk id="10" creationId="{98F48119-7BDB-4483-BAA0-6B45B885111D}"/>
          </ac:spMkLst>
        </pc:spChg>
      </pc:sldChg>
      <pc:sldChg chg="modSp add mod">
        <pc:chgData name="Curtis Smith" userId="853fbcd611ad0f8e" providerId="LiveId" clId="{AA2ED938-BE77-4C22-AE59-C73DB54242E1}" dt="2026-05-28T19:35:27.316" v="7488" actId="20577"/>
        <pc:sldMkLst>
          <pc:docMk/>
          <pc:sldMk cId="1340829411" sldId="268"/>
        </pc:sldMkLst>
        <pc:spChg chg="mod">
          <ac:chgData name="Curtis Smith" userId="853fbcd611ad0f8e" providerId="LiveId" clId="{AA2ED938-BE77-4C22-AE59-C73DB54242E1}" dt="2026-05-28T17:51:36.819" v="3951" actId="20577"/>
          <ac:spMkLst>
            <pc:docMk/>
            <pc:sldMk cId="1340829411" sldId="268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9:35:27.316" v="7488" actId="20577"/>
          <ac:spMkLst>
            <pc:docMk/>
            <pc:sldMk cId="1340829411" sldId="268"/>
            <ac:spMk id="10" creationId="{98F48119-7BDB-4483-BAA0-6B45B885111D}"/>
          </ac:spMkLst>
        </pc:spChg>
      </pc:sldChg>
      <pc:sldChg chg="addSp delSp modSp add mod modClrScheme chgLayout">
        <pc:chgData name="Curtis Smith" userId="853fbcd611ad0f8e" providerId="LiveId" clId="{AA2ED938-BE77-4C22-AE59-C73DB54242E1}" dt="2026-05-28T19:10:32.404" v="5700" actId="20577"/>
        <pc:sldMkLst>
          <pc:docMk/>
          <pc:sldMk cId="2775897439" sldId="269"/>
        </pc:sldMkLst>
        <pc:spChg chg="mod ord">
          <ac:chgData name="Curtis Smith" userId="853fbcd611ad0f8e" providerId="LiveId" clId="{AA2ED938-BE77-4C22-AE59-C73DB54242E1}" dt="2026-05-28T19:10:32.404" v="5700" actId="20577"/>
          <ac:spMkLst>
            <pc:docMk/>
            <pc:sldMk cId="2775897439" sldId="269"/>
            <ac:spMk id="2" creationId="{C08E8EE2-5863-4328-ABBA-D4F67C174874}"/>
          </ac:spMkLst>
        </pc:spChg>
        <pc:spChg chg="del mod">
          <ac:chgData name="Curtis Smith" userId="853fbcd611ad0f8e" providerId="LiveId" clId="{AA2ED938-BE77-4C22-AE59-C73DB54242E1}" dt="2026-05-28T18:19:06.044" v="5676" actId="700"/>
          <ac:spMkLst>
            <pc:docMk/>
            <pc:sldMk cId="2775897439" sldId="269"/>
            <ac:spMk id="3" creationId="{CD376ECC-5F81-401B-935D-8D16DF24340D}"/>
          </ac:spMkLst>
        </pc:spChg>
        <pc:spChg chg="mod ord">
          <ac:chgData name="Curtis Smith" userId="853fbcd611ad0f8e" providerId="LiveId" clId="{AA2ED938-BE77-4C22-AE59-C73DB54242E1}" dt="2026-05-28T18:19:06.044" v="5676" actId="700"/>
          <ac:spMkLst>
            <pc:docMk/>
            <pc:sldMk cId="2775897439" sldId="269"/>
            <ac:spMk id="5" creationId="{B2E23EF0-3E15-4F43-8242-A98610845F85}"/>
          </ac:spMkLst>
        </pc:spChg>
        <pc:picChg chg="add mod">
          <ac:chgData name="Curtis Smith" userId="853fbcd611ad0f8e" providerId="LiveId" clId="{AA2ED938-BE77-4C22-AE59-C73DB54242E1}" dt="2026-05-28T18:19:14.674" v="5679" actId="14100"/>
          <ac:picMkLst>
            <pc:docMk/>
            <pc:sldMk cId="2775897439" sldId="269"/>
            <ac:picMk id="7" creationId="{D299A5F8-DF5B-4D2A-BC9E-C4ED44E1587D}"/>
          </ac:picMkLst>
        </pc:picChg>
      </pc:sldChg>
      <pc:sldChg chg="addSp modSp add mod ord">
        <pc:chgData name="Curtis Smith" userId="853fbcd611ad0f8e" providerId="LiveId" clId="{AA2ED938-BE77-4C22-AE59-C73DB54242E1}" dt="2026-05-28T19:36:18.868" v="7489" actId="6549"/>
        <pc:sldMkLst>
          <pc:docMk/>
          <pc:sldMk cId="1077072522" sldId="270"/>
        </pc:sldMkLst>
        <pc:spChg chg="mod">
          <ac:chgData name="Curtis Smith" userId="853fbcd611ad0f8e" providerId="LiveId" clId="{AA2ED938-BE77-4C22-AE59-C73DB54242E1}" dt="2026-05-28T19:17:40.313" v="6471" actId="20577"/>
          <ac:spMkLst>
            <pc:docMk/>
            <pc:sldMk cId="1077072522" sldId="270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9:36:18.868" v="7489" actId="6549"/>
          <ac:spMkLst>
            <pc:docMk/>
            <pc:sldMk cId="1077072522" sldId="270"/>
            <ac:spMk id="3" creationId="{CD376ECC-5F81-401B-935D-8D16DF24340D}"/>
          </ac:spMkLst>
        </pc:spChg>
        <pc:picChg chg="add mod">
          <ac:chgData name="Curtis Smith" userId="853fbcd611ad0f8e" providerId="LiveId" clId="{AA2ED938-BE77-4C22-AE59-C73DB54242E1}" dt="2026-05-28T19:17:26.662" v="6462" actId="1076"/>
          <ac:picMkLst>
            <pc:docMk/>
            <pc:sldMk cId="1077072522" sldId="270"/>
            <ac:picMk id="7" creationId="{AFE93BC1-2D61-4AD8-BB57-17168CF164AB}"/>
          </ac:picMkLst>
        </pc:picChg>
      </pc:sldChg>
      <pc:sldChg chg="delSp modSp add mod">
        <pc:chgData name="Curtis Smith" userId="853fbcd611ad0f8e" providerId="LiveId" clId="{AA2ED938-BE77-4C22-AE59-C73DB54242E1}" dt="2026-05-28T19:28:24.722" v="7269" actId="20577"/>
        <pc:sldMkLst>
          <pc:docMk/>
          <pc:sldMk cId="2474044547" sldId="271"/>
        </pc:sldMkLst>
        <pc:spChg chg="mod">
          <ac:chgData name="Curtis Smith" userId="853fbcd611ad0f8e" providerId="LiveId" clId="{AA2ED938-BE77-4C22-AE59-C73DB54242E1}" dt="2026-05-28T19:12:00.749" v="5813" actId="20577"/>
          <ac:spMkLst>
            <pc:docMk/>
            <pc:sldMk cId="2474044547" sldId="271"/>
            <ac:spMk id="2" creationId="{C08E8EE2-5863-4328-ABBA-D4F67C174874}"/>
          </ac:spMkLst>
        </pc:spChg>
        <pc:spChg chg="mod">
          <ac:chgData name="Curtis Smith" userId="853fbcd611ad0f8e" providerId="LiveId" clId="{AA2ED938-BE77-4C22-AE59-C73DB54242E1}" dt="2026-05-28T19:28:24.722" v="7269" actId="20577"/>
          <ac:spMkLst>
            <pc:docMk/>
            <pc:sldMk cId="2474044547" sldId="271"/>
            <ac:spMk id="3" creationId="{CD376ECC-5F81-401B-935D-8D16DF24340D}"/>
          </ac:spMkLst>
        </pc:spChg>
        <pc:spChg chg="del">
          <ac:chgData name="Curtis Smith" userId="853fbcd611ad0f8e" providerId="LiveId" clId="{AA2ED938-BE77-4C22-AE59-C73DB54242E1}" dt="2026-05-28T19:11:57.387" v="5807" actId="478"/>
          <ac:spMkLst>
            <pc:docMk/>
            <pc:sldMk cId="2474044547" sldId="271"/>
            <ac:spMk id="4" creationId="{F45FB003-FA6E-4C12-A85B-D1B8D85CE666}"/>
          </ac:spMkLst>
        </pc:spChg>
      </pc:sldChg>
      <pc:sldChg chg="modSp new mod chgLayout">
        <pc:chgData name="Curtis Smith" userId="853fbcd611ad0f8e" providerId="LiveId" clId="{AA2ED938-BE77-4C22-AE59-C73DB54242E1}" dt="2026-05-28T19:42:39.890" v="7600" actId="700"/>
        <pc:sldMkLst>
          <pc:docMk/>
          <pc:sldMk cId="305751150" sldId="272"/>
        </pc:sldMkLst>
        <pc:spChg chg="mod ord">
          <ac:chgData name="Curtis Smith" userId="853fbcd611ad0f8e" providerId="LiveId" clId="{AA2ED938-BE77-4C22-AE59-C73DB54242E1}" dt="2026-05-28T19:42:39.890" v="7600" actId="700"/>
          <ac:spMkLst>
            <pc:docMk/>
            <pc:sldMk cId="305751150" sldId="272"/>
            <ac:spMk id="2" creationId="{8D79D7A3-F6FD-4931-8930-7C63C21703AF}"/>
          </ac:spMkLst>
        </pc:spChg>
      </pc:sldChg>
      <pc:sldMasterChg chg="addSldLayout delSldLayout modSldLayout">
        <pc:chgData name="Curtis Smith" userId="853fbcd611ad0f8e" providerId="LiveId" clId="{AA2ED938-BE77-4C22-AE59-C73DB54242E1}" dt="2026-05-28T19:45:17.468" v="7610" actId="403"/>
        <pc:sldMasterMkLst>
          <pc:docMk/>
          <pc:sldMasterMk cId="0" sldId="2147483648"/>
        </pc:sldMasterMkLst>
        <pc:sldLayoutChg chg="delSp modSp mod">
          <pc:chgData name="Curtis Smith" userId="853fbcd611ad0f8e" providerId="LiveId" clId="{AA2ED938-BE77-4C22-AE59-C73DB54242E1}" dt="2026-05-28T19:45:17.468" v="7610" actId="403"/>
          <pc:sldLayoutMkLst>
            <pc:docMk/>
            <pc:sldMasterMk cId="0" sldId="2147483648"/>
            <pc:sldLayoutMk cId="0" sldId="2147483649"/>
          </pc:sldLayoutMkLst>
          <pc:spChg chg="mod">
            <ac:chgData name="Curtis Smith" userId="853fbcd611ad0f8e" providerId="LiveId" clId="{AA2ED938-BE77-4C22-AE59-C73DB54242E1}" dt="2026-05-28T19:45:17.468" v="7610" actId="403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9:14.157" v="7507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9:12.638" v="7506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9:10.888" v="7505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</pc:sldLayoutChg>
        <pc:sldLayoutChg chg="del">
          <pc:chgData name="Curtis Smith" userId="853fbcd611ad0f8e" providerId="LiveId" clId="{AA2ED938-BE77-4C22-AE59-C73DB54242E1}" dt="2026-05-28T19:38:01.067" v="7499" actId="2696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Curtis Smith" userId="853fbcd611ad0f8e" providerId="LiveId" clId="{AA2ED938-BE77-4C22-AE59-C73DB54242E1}" dt="2026-05-28T19:37:58.247" v="7498" actId="2696"/>
          <pc:sldLayoutMkLst>
            <pc:docMk/>
            <pc:sldMasterMk cId="0" sldId="2147483648"/>
            <pc:sldLayoutMk cId="0" sldId="2147483653"/>
          </pc:sldLayoutMkLst>
        </pc:sldLayoutChg>
        <pc:sldLayoutChg chg="delSp mod">
          <pc:chgData name="Curtis Smith" userId="853fbcd611ad0f8e" providerId="LiveId" clId="{AA2ED938-BE77-4C22-AE59-C73DB54242E1}" dt="2026-05-28T19:37:52.895" v="7497" actId="478"/>
          <pc:sldLayoutMkLst>
            <pc:docMk/>
            <pc:sldMasterMk cId="0" sldId="2147483648"/>
            <pc:sldLayoutMk cId="0" sldId="2147483654"/>
          </pc:sldLayoutMkLst>
          <pc:spChg chg="del">
            <ac:chgData name="Curtis Smith" userId="853fbcd611ad0f8e" providerId="LiveId" clId="{AA2ED938-BE77-4C22-AE59-C73DB54242E1}" dt="2026-05-28T19:37:51.208" v="7496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7:52.895" v="7497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delSp mod">
          <pc:chgData name="Curtis Smith" userId="853fbcd611ad0f8e" providerId="LiveId" clId="{AA2ED938-BE77-4C22-AE59-C73DB54242E1}" dt="2026-05-28T19:37:48.336" v="7495" actId="478"/>
          <pc:sldLayoutMkLst>
            <pc:docMk/>
            <pc:sldMasterMk cId="0" sldId="2147483648"/>
            <pc:sldLayoutMk cId="0" sldId="2147483655"/>
          </pc:sldLayoutMkLst>
          <pc:spChg chg="del">
            <ac:chgData name="Curtis Smith" userId="853fbcd611ad0f8e" providerId="LiveId" clId="{AA2ED938-BE77-4C22-AE59-C73DB54242E1}" dt="2026-05-28T19:37:46.383" v="7494" actId="478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7:48.336" v="7495" actId="478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Transition">
          <pc:chgData name="Curtis Smith" userId="853fbcd611ad0f8e" providerId="LiveId" clId="{AA2ED938-BE77-4C22-AE59-C73DB54242E1}" dt="2026-05-28T19:39:00.139" v="7501" actId="2890"/>
          <pc:sldLayoutMkLst>
            <pc:docMk/>
            <pc:sldMasterMk cId="0" sldId="2147483648"/>
            <pc:sldLayoutMk cId="1995942657" sldId="2147483656"/>
          </pc:sldLayoutMkLst>
        </pc:sldLayoutChg>
        <pc:sldLayoutChg chg="addSp delSp modSp add del mod">
          <pc:chgData name="Curtis Smith" userId="853fbcd611ad0f8e" providerId="LiveId" clId="{AA2ED938-BE77-4C22-AE59-C73DB54242E1}" dt="2026-05-28T19:43:54.549" v="7607" actId="1036"/>
          <pc:sldLayoutMkLst>
            <pc:docMk/>
            <pc:sldMasterMk cId="0" sldId="2147483648"/>
            <pc:sldLayoutMk cId="1995942657" sldId="2147483656"/>
          </pc:sldLayoutMkLst>
          <pc:spChg chg="del">
            <ac:chgData name="Curtis Smith" userId="853fbcd611ad0f8e" providerId="LiveId" clId="{AA2ED938-BE77-4C22-AE59-C73DB54242E1}" dt="2026-05-28T19:39:38.154" v="7509" actId="478"/>
            <ac:spMkLst>
              <pc:docMk/>
              <pc:sldMasterMk cId="0" sldId="2147483648"/>
              <pc:sldLayoutMk cId="1995942657" sldId="2147483656"/>
              <ac:spMk id="2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9:40.763" v="7510" actId="478"/>
            <ac:spMkLst>
              <pc:docMk/>
              <pc:sldMasterMk cId="0" sldId="2147483648"/>
              <pc:sldLayoutMk cId="1995942657" sldId="2147483656"/>
              <ac:spMk id="3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9:03.688" v="7502" actId="478"/>
            <ac:spMkLst>
              <pc:docMk/>
              <pc:sldMasterMk cId="0" sldId="2147483648"/>
              <pc:sldLayoutMk cId="1995942657" sldId="2147483656"/>
              <ac:spMk id="4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9:05.514" v="7503" actId="478"/>
            <ac:spMkLst>
              <pc:docMk/>
              <pc:sldMasterMk cId="0" sldId="2147483648"/>
              <pc:sldLayoutMk cId="1995942657" sldId="2147483656"/>
              <ac:spMk id="5" creationId="{00000000-0000-0000-0000-000000000000}"/>
            </ac:spMkLst>
          </pc:spChg>
          <pc:spChg chg="del">
            <ac:chgData name="Curtis Smith" userId="853fbcd611ad0f8e" providerId="LiveId" clId="{AA2ED938-BE77-4C22-AE59-C73DB54242E1}" dt="2026-05-28T19:39:06.753" v="7504" actId="478"/>
            <ac:spMkLst>
              <pc:docMk/>
              <pc:sldMasterMk cId="0" sldId="2147483648"/>
              <pc:sldLayoutMk cId="1995942657" sldId="2147483656"/>
              <ac:spMk id="6" creationId="{00000000-0000-0000-0000-000000000000}"/>
            </ac:spMkLst>
          </pc:spChg>
          <pc:spChg chg="add mod">
            <ac:chgData name="Curtis Smith" userId="853fbcd611ad0f8e" providerId="LiveId" clId="{AA2ED938-BE77-4C22-AE59-C73DB54242E1}" dt="2026-05-28T19:40:55.414" v="7561" actId="1076"/>
            <ac:spMkLst>
              <pc:docMk/>
              <pc:sldMasterMk cId="0" sldId="2147483648"/>
              <pc:sldLayoutMk cId="1995942657" sldId="2147483656"/>
              <ac:spMk id="10" creationId="{60D15B57-B2B9-4761-996F-8F79F0FA01B7}"/>
            </ac:spMkLst>
          </pc:spChg>
          <pc:spChg chg="add mod">
            <ac:chgData name="Curtis Smith" userId="853fbcd611ad0f8e" providerId="LiveId" clId="{AA2ED938-BE77-4C22-AE59-C73DB54242E1}" dt="2026-05-28T19:41:45.311" v="7589" actId="1037"/>
            <ac:spMkLst>
              <pc:docMk/>
              <pc:sldMasterMk cId="0" sldId="2147483648"/>
              <pc:sldLayoutMk cId="1995942657" sldId="2147483656"/>
              <ac:spMk id="12" creationId="{9831D962-B24A-479C-855A-0FC58296D2D1}"/>
            </ac:spMkLst>
          </pc:spChg>
          <pc:spChg chg="add mod">
            <ac:chgData name="Curtis Smith" userId="853fbcd611ad0f8e" providerId="LiveId" clId="{AA2ED938-BE77-4C22-AE59-C73DB54242E1}" dt="2026-05-28T19:42:31.076" v="7599" actId="1076"/>
            <ac:spMkLst>
              <pc:docMk/>
              <pc:sldMasterMk cId="0" sldId="2147483648"/>
              <pc:sldLayoutMk cId="1995942657" sldId="2147483656"/>
              <ac:spMk id="13" creationId="{3F55704D-8D03-47BD-983D-56BBCA6DF14E}"/>
            </ac:spMkLst>
          </pc:spChg>
          <pc:spChg chg="add mod">
            <ac:chgData name="Curtis Smith" userId="853fbcd611ad0f8e" providerId="LiveId" clId="{AA2ED938-BE77-4C22-AE59-C73DB54242E1}" dt="2026-05-28T19:43:54.549" v="7607" actId="1036"/>
            <ac:spMkLst>
              <pc:docMk/>
              <pc:sldMasterMk cId="0" sldId="2147483648"/>
              <pc:sldLayoutMk cId="1995942657" sldId="2147483656"/>
              <ac:spMk id="15" creationId="{F3D45E8A-83A2-4B46-B6FE-D4AE7C2A1E40}"/>
            </ac:spMkLst>
          </pc:spChg>
        </pc:sldLayoutChg>
        <pc:sldLayoutChg chg="del">
          <pc:chgData name="Curtis Smith" userId="853fbcd611ad0f8e" providerId="LiveId" clId="{AA2ED938-BE77-4C22-AE59-C73DB54242E1}" dt="2026-05-28T19:37:35.989" v="7491" actId="2696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Curtis Smith" userId="853fbcd611ad0f8e" providerId="LiveId" clId="{AA2ED938-BE77-4C22-AE59-C73DB54242E1}" dt="2026-05-28T19:37:39.543" v="7492" actId="2696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Curtis Smith" userId="853fbcd611ad0f8e" providerId="LiveId" clId="{AA2ED938-BE77-4C22-AE59-C73DB54242E1}" dt="2026-05-28T19:37:42.355" v="7493" actId="269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EAE0-0AF9-4418-81E2-D0CF846DFAD8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92D9A-8383-4D50-B9A9-9D41E2D33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1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urtlsmith/KUREAS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_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0D15B57-B2B9-4761-996F-8F79F0FA01B7}"/>
              </a:ext>
            </a:extLst>
          </p:cNvPr>
          <p:cNvSpPr/>
          <p:nvPr userDrawn="1"/>
        </p:nvSpPr>
        <p:spPr>
          <a:xfrm>
            <a:off x="4267200" y="1600200"/>
            <a:ext cx="3657600" cy="36576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31D962-B24A-479C-855A-0FC58296D2D1}"/>
              </a:ext>
            </a:extLst>
          </p:cNvPr>
          <p:cNvSpPr txBox="1"/>
          <p:nvPr userDrawn="1"/>
        </p:nvSpPr>
        <p:spPr>
          <a:xfrm>
            <a:off x="4184070" y="123577"/>
            <a:ext cx="3657600" cy="6324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41100" b="1" dirty="0">
                <a:solidFill>
                  <a:srgbClr val="C00000"/>
                </a:solidFill>
              </a:rPr>
              <a:t>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55704D-8D03-47BD-983D-56BBCA6DF14E}"/>
              </a:ext>
            </a:extLst>
          </p:cNvPr>
          <p:cNvSpPr txBox="1"/>
          <p:nvPr userDrawn="1"/>
        </p:nvSpPr>
        <p:spPr>
          <a:xfrm>
            <a:off x="1289728" y="1947153"/>
            <a:ext cx="2893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chemeClr val="tx1"/>
                </a:solidFill>
                <a:effectLst/>
                <a:latin typeface="+mj-lt"/>
              </a:rPr>
              <a:t>Knowledgebase with Uncertainty for Risk Engineering Analysis of Systems</a:t>
            </a:r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D45E8A-83A2-4B46-B6FE-D4AE7C2A1E40}"/>
              </a:ext>
            </a:extLst>
          </p:cNvPr>
          <p:cNvSpPr txBox="1"/>
          <p:nvPr userDrawn="1"/>
        </p:nvSpPr>
        <p:spPr>
          <a:xfrm>
            <a:off x="3047308" y="571203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hlinkClick r:id="rId2"/>
              </a:rPr>
              <a:t>https://github.com/curtlsmith/KUREAS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5942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/>
          <a:lstStyle/>
          <a:p>
            <a:fld id="{C588224F-4C06-4552-ADB0-683F8A1A25B2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576257-19C5-49DA-85C7-AB8B0FC304EE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491" y="1558834"/>
            <a:ext cx="10040983" cy="4894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55182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0FA87-E181-461A-8D41-C16E1345DAEC}"/>
              </a:ext>
            </a:extLst>
          </p:cNvPr>
          <p:cNvSpPr/>
          <p:nvPr userDrawn="1"/>
        </p:nvSpPr>
        <p:spPr>
          <a:xfrm>
            <a:off x="182880" y="189411"/>
            <a:ext cx="822960" cy="822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734C8-6362-4EFB-9020-265D5172BC06}"/>
              </a:ext>
            </a:extLst>
          </p:cNvPr>
          <p:cNvSpPr txBox="1"/>
          <p:nvPr userDrawn="1"/>
        </p:nvSpPr>
        <p:spPr>
          <a:xfrm>
            <a:off x="217716" y="-102345"/>
            <a:ext cx="710131" cy="135421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8800" b="1" dirty="0">
                <a:solidFill>
                  <a:srgbClr val="C00000"/>
                </a:solidFill>
              </a:rPr>
              <a:t>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1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8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4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A480-A170-449E-803D-32628BA55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KUREAS-SYS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03A28-2DFC-4A0D-AD42-B914DCB1B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System Analysis Example</a:t>
            </a:r>
          </a:p>
        </p:txBody>
      </p:sp>
    </p:spTree>
    <p:extLst>
      <p:ext uri="{BB962C8B-B14F-4D97-AF65-F5344CB8AC3E}">
        <p14:creationId xmlns:p14="http://schemas.microsoft.com/office/powerpoint/2010/main" val="176354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/>
          <a:lstStyle/>
          <a:p>
            <a:r>
              <a:rPr lang="en-US" dirty="0"/>
              <a:t>System Reliability Analysis (</a:t>
            </a:r>
            <a:r>
              <a:rPr lang="en-US" dirty="0">
                <a:solidFill>
                  <a:srgbClr val="C00000"/>
                </a:solidFill>
              </a:rPr>
              <a:t>Six</a:t>
            </a:r>
            <a:r>
              <a:rPr lang="en-US" dirty="0"/>
              <a:t> Steps)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Start KUREAS-SYS by opening KUREAS-SYS.html in a browser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 a system name (e.g., CAR_EXAMPLE)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This will be used for the file name when clicking “Save SYS”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 acronym and description is optional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(optional) Load a reliability database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and edit systems, structures, and components (SSCs) that define the key system elements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how the system 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the system reliability and failure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A3514-3C4F-4542-9C0A-EF4B771C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15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/>
          <a:lstStyle/>
          <a:p>
            <a:r>
              <a:rPr lang="en-US" dirty="0"/>
              <a:t>Step		Start the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/>
          <a:lstStyle/>
          <a:p>
            <a:r>
              <a:rPr lang="en-US" dirty="0"/>
              <a:t>Start KUREAS-SYS by opening KUREAS-SYS.html in a browser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D32FD7-3D64-4F86-A1D2-D227102B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743" y="2090994"/>
            <a:ext cx="9076888" cy="439357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28404-3D8D-4966-A67E-A1789C00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34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	System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/>
          <a:lstStyle/>
          <a:p>
            <a:r>
              <a:rPr lang="en-US" dirty="0"/>
              <a:t>Enter a system name</a:t>
            </a:r>
          </a:p>
          <a:p>
            <a:pPr lvl="1"/>
            <a:r>
              <a:rPr lang="en-US" dirty="0"/>
              <a:t>For this example, use “CAR_EXAMPLE”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87ED7-17B1-4493-A099-47BFC467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E178E-B85F-4461-9CC8-8611C2F78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588" y="2727421"/>
            <a:ext cx="4563621" cy="28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3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/>
          <a:lstStyle/>
          <a:p>
            <a:r>
              <a:rPr lang="en-US" dirty="0"/>
              <a:t>Step		 Load Reliability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>
            <a:normAutofit/>
          </a:bodyPr>
          <a:lstStyle/>
          <a:p>
            <a:r>
              <a:rPr lang="en-US" dirty="0"/>
              <a:t>A KUREAS Reliability Database is a text-based file (with extension .</a:t>
            </a:r>
            <a:r>
              <a:rPr lang="en-US" dirty="0" err="1"/>
              <a:t>relDB</a:t>
            </a:r>
            <a:r>
              <a:rPr lang="en-US" dirty="0"/>
              <a:t>)that contains reliability information</a:t>
            </a:r>
          </a:p>
          <a:p>
            <a:pPr lvl="1"/>
            <a:r>
              <a:rPr lang="en-US" dirty="0"/>
              <a:t>This could include failure rates and failure probabilities</a:t>
            </a:r>
          </a:p>
          <a:p>
            <a:pPr lvl="1"/>
            <a:r>
              <a:rPr lang="en-US" dirty="0"/>
              <a:t>It has been formatted to be readable by KUREAS-SYS</a:t>
            </a:r>
          </a:p>
          <a:p>
            <a:r>
              <a:rPr lang="en-US" dirty="0"/>
              <a:t>The format for an element in the .</a:t>
            </a:r>
            <a:r>
              <a:rPr lang="en-US" dirty="0" err="1"/>
              <a:t>relDB</a:t>
            </a:r>
            <a:r>
              <a:rPr lang="en-US" dirty="0"/>
              <a:t> file is</a:t>
            </a:r>
          </a:p>
          <a:p>
            <a:pPr marL="0" indent="0">
              <a:buNone/>
            </a:pPr>
            <a:r>
              <a:rPr lang="en-US" sz="2400" dirty="0"/>
              <a:t>System, SSC Type, Component Type, Failure Mode, Description, Units (“d”=per demand “h”=per hour “</a:t>
            </a:r>
            <a:r>
              <a:rPr lang="en-US" sz="2400" dirty="0" err="1"/>
              <a:t>hft</a:t>
            </a:r>
            <a:r>
              <a:rPr lang="en-US" sz="2400" dirty="0"/>
              <a:t>”=per hour per foot), Distribution Type (Lognormal, Gamma, Beta), Mean, Distribution Shape Parameter, Distribution Scale Parameter or EF if Lognormal, Source ID</a:t>
            </a:r>
          </a:p>
          <a:p>
            <a:r>
              <a:rPr lang="en-US" dirty="0"/>
              <a:t>A reliability database is not used for this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01676-4448-41EA-B61A-D3FF73B5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5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	 Create and Edit SSCs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SSCs can be created in three ways</a:t>
            </a:r>
          </a:p>
          <a:p>
            <a:pPr lvl="1"/>
            <a:r>
              <a:rPr lang="en-US" dirty="0"/>
              <a:t>Dragging an element from the component list to the SSC area after a reliability database is loaded</a:t>
            </a:r>
          </a:p>
          <a:p>
            <a:pPr lvl="1"/>
            <a:r>
              <a:rPr lang="en-US" dirty="0"/>
              <a:t>Manually using the </a:t>
            </a:r>
            <a:r>
              <a:rPr lang="en-US" dirty="0">
                <a:solidFill>
                  <a:srgbClr val="C00000"/>
                </a:solidFill>
              </a:rPr>
              <a:t>“+SSC” </a:t>
            </a:r>
            <a:r>
              <a:rPr lang="en-US" dirty="0"/>
              <a:t>button</a:t>
            </a:r>
          </a:p>
          <a:p>
            <a:pPr lvl="1"/>
            <a:r>
              <a:rPr lang="en-US" dirty="0"/>
              <a:t>Defining them in the How the System Works (</a:t>
            </a:r>
            <a:r>
              <a:rPr lang="en-US" dirty="0" err="1"/>
              <a:t>HtSW</a:t>
            </a:r>
            <a:r>
              <a:rPr lang="en-US" dirty="0"/>
              <a:t>) script then clicking the </a:t>
            </a:r>
            <a:r>
              <a:rPr lang="en-US" dirty="0">
                <a:solidFill>
                  <a:srgbClr val="C00000"/>
                </a:solidFill>
              </a:rPr>
              <a:t>“Check Script” </a:t>
            </a:r>
            <a:r>
              <a:rPr lang="en-US" dirty="0"/>
              <a:t>button</a:t>
            </a:r>
          </a:p>
          <a:p>
            <a:r>
              <a:rPr lang="en-US" dirty="0"/>
              <a:t>For example, we will create the SSCs by defining modules in the </a:t>
            </a:r>
            <a:r>
              <a:rPr lang="en-US" dirty="0" err="1"/>
              <a:t>HtSW</a:t>
            </a:r>
            <a:r>
              <a:rPr lang="en-US" dirty="0"/>
              <a:t> script</a:t>
            </a:r>
          </a:p>
          <a:p>
            <a:pPr lvl="1"/>
            <a:r>
              <a:rPr lang="en-US" dirty="0"/>
              <a:t>Think of modules as set of components that need to perform a function for the system</a:t>
            </a:r>
          </a:p>
          <a:p>
            <a:pPr lvl="1"/>
            <a:r>
              <a:rPr lang="en-US" dirty="0"/>
              <a:t>A module is a user-defined label inside square brackets [ ]=</a:t>
            </a:r>
          </a:p>
          <a:p>
            <a:pPr lvl="2"/>
            <a:r>
              <a:rPr lang="en-US" dirty="0"/>
              <a:t>The specifics of the module is to the right of the “=“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4919-4FD7-473C-9C4F-71DD3B86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83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 continued		</a:t>
            </a:r>
            <a:r>
              <a:rPr lang="en-US" dirty="0" err="1"/>
              <a:t>HtSW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>
            <a:normAutofit/>
          </a:bodyPr>
          <a:lstStyle/>
          <a:p>
            <a:r>
              <a:rPr lang="en-US" dirty="0"/>
              <a:t>We will define the following modules and SSC for this example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[</a:t>
            </a:r>
            <a:r>
              <a:rPr lang="en-US" sz="1800" b="1" dirty="0" err="1">
                <a:latin typeface="Consolas" panose="020B0609020204030204" pitchFamily="49" charset="0"/>
              </a:rPr>
              <a:t>Car_Structure</a:t>
            </a:r>
            <a:r>
              <a:rPr lang="en-US" sz="1800" b="1" dirty="0">
                <a:latin typeface="Consolas" panose="020B0609020204030204" pitchFamily="49" charset="0"/>
              </a:rPr>
              <a:t>] = </a:t>
            </a:r>
            <a:r>
              <a:rPr lang="en-US" sz="1800" b="1" dirty="0" err="1">
                <a:latin typeface="Consolas" panose="020B0609020204030204" pitchFamily="49" charset="0"/>
              </a:rPr>
              <a:t>Car_Body</a:t>
            </a:r>
            <a:r>
              <a:rPr lang="en-US" sz="1800" b="1" dirty="0">
                <a:latin typeface="Consolas" panose="020B0609020204030204" pitchFamily="49" charset="0"/>
              </a:rPr>
              <a:t> AND </a:t>
            </a:r>
            <a:r>
              <a:rPr lang="en-US" sz="1800" b="1" dirty="0" err="1">
                <a:latin typeface="Consolas" panose="020B0609020204030204" pitchFamily="49" charset="0"/>
              </a:rPr>
              <a:t>Car_Tires</a:t>
            </a:r>
            <a:r>
              <a:rPr lang="en-US" sz="18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[</a:t>
            </a:r>
            <a:r>
              <a:rPr lang="en-US" sz="1800" b="1" dirty="0" err="1">
                <a:latin typeface="Consolas" panose="020B0609020204030204" pitchFamily="49" charset="0"/>
              </a:rPr>
              <a:t>Car_Tires</a:t>
            </a:r>
            <a:r>
              <a:rPr lang="en-US" sz="1800" b="1" dirty="0">
                <a:latin typeface="Consolas" panose="020B0609020204030204" pitchFamily="49" charset="0"/>
              </a:rPr>
              <a:t>] = </a:t>
            </a:r>
            <a:r>
              <a:rPr lang="en-US" sz="1800" b="1" dirty="0" err="1">
                <a:latin typeface="Consolas" panose="020B0609020204030204" pitchFamily="49" charset="0"/>
              </a:rPr>
              <a:t>Tire_FDS</a:t>
            </a:r>
            <a:r>
              <a:rPr lang="en-US" sz="1800" b="1" dirty="0">
                <a:latin typeface="Consolas" panose="020B0609020204030204" pitchFamily="49" charset="0"/>
              </a:rPr>
              <a:t> AND </a:t>
            </a:r>
            <a:r>
              <a:rPr lang="en-US" sz="1800" b="1" dirty="0" err="1">
                <a:latin typeface="Consolas" panose="020B0609020204030204" pitchFamily="49" charset="0"/>
              </a:rPr>
              <a:t>Tire_FPS</a:t>
            </a:r>
            <a:r>
              <a:rPr lang="en-US" sz="1800" b="1" dirty="0">
                <a:latin typeface="Consolas" panose="020B0609020204030204" pitchFamily="49" charset="0"/>
              </a:rPr>
              <a:t> AND </a:t>
            </a:r>
            <a:r>
              <a:rPr lang="en-US" sz="1800" b="1" dirty="0" err="1">
                <a:latin typeface="Consolas" panose="020B0609020204030204" pitchFamily="49" charset="0"/>
              </a:rPr>
              <a:t>Tire_BDS</a:t>
            </a:r>
            <a:r>
              <a:rPr lang="en-US" sz="1800" b="1" dirty="0">
                <a:latin typeface="Consolas" panose="020B0609020204030204" pitchFamily="49" charset="0"/>
              </a:rPr>
              <a:t> AND </a:t>
            </a:r>
            <a:r>
              <a:rPr lang="en-US" sz="1800" b="1" dirty="0" err="1">
                <a:latin typeface="Consolas" panose="020B0609020204030204" pitchFamily="49" charset="0"/>
              </a:rPr>
              <a:t>Tire_BPS</a:t>
            </a:r>
            <a:r>
              <a:rPr lang="en-US" sz="18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[</a:t>
            </a:r>
            <a:r>
              <a:rPr lang="en-US" sz="1800" b="1" dirty="0" err="1">
                <a:latin typeface="Consolas" panose="020B0609020204030204" pitchFamily="49" charset="0"/>
              </a:rPr>
              <a:t>Car_Electrical</a:t>
            </a:r>
            <a:r>
              <a:rPr lang="en-US" sz="1800" b="1" dirty="0">
                <a:latin typeface="Consolas" panose="020B0609020204030204" pitchFamily="49" charset="0"/>
              </a:rPr>
              <a:t>] = Battery AND Starter; 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[</a:t>
            </a:r>
            <a:r>
              <a:rPr lang="en-US" sz="1800" b="1" dirty="0" err="1">
                <a:latin typeface="Consolas" panose="020B0609020204030204" pitchFamily="49" charset="0"/>
              </a:rPr>
              <a:t>Car_Fuel</a:t>
            </a:r>
            <a:r>
              <a:rPr lang="en-US" sz="1800" b="1" dirty="0">
                <a:latin typeface="Consolas" panose="020B0609020204030204" pitchFamily="49" charset="0"/>
              </a:rPr>
              <a:t>] = </a:t>
            </a:r>
            <a:r>
              <a:rPr lang="en-US" sz="1800" b="1" dirty="0" err="1">
                <a:latin typeface="Consolas" panose="020B0609020204030204" pitchFamily="49" charset="0"/>
              </a:rPr>
              <a:t>Fuel_Tank</a:t>
            </a:r>
            <a:r>
              <a:rPr lang="en-US" sz="1800" b="1" dirty="0">
                <a:latin typeface="Consolas" panose="020B0609020204030204" pitchFamily="49" charset="0"/>
              </a:rPr>
              <a:t> AND </a:t>
            </a:r>
            <a:r>
              <a:rPr lang="en-US" sz="1800" b="1" dirty="0" err="1">
                <a:latin typeface="Consolas" panose="020B0609020204030204" pitchFamily="49" charset="0"/>
              </a:rPr>
              <a:t>Fuel_Pump</a:t>
            </a:r>
            <a:r>
              <a:rPr lang="en-US" sz="18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SYSTEM WORKS = </a:t>
            </a:r>
            <a:r>
              <a:rPr lang="en-US" sz="1800" b="1" dirty="0" err="1">
                <a:latin typeface="Consolas" panose="020B0609020204030204" pitchFamily="49" charset="0"/>
              </a:rPr>
              <a:t>Car_Structure</a:t>
            </a:r>
            <a:r>
              <a:rPr lang="en-US" sz="1800" b="1" dirty="0">
                <a:latin typeface="Consolas" panose="020B0609020204030204" pitchFamily="49" charset="0"/>
              </a:rPr>
              <a:t> AND </a:t>
            </a:r>
            <a:r>
              <a:rPr lang="en-US" sz="1800" b="1" dirty="0" err="1">
                <a:latin typeface="Consolas" panose="020B0609020204030204" pitchFamily="49" charset="0"/>
              </a:rPr>
              <a:t>Car_Tires</a:t>
            </a:r>
            <a:r>
              <a:rPr lang="en-US" sz="1800" b="1" dirty="0">
                <a:latin typeface="Consolas" panose="020B0609020204030204" pitchFamily="49" charset="0"/>
              </a:rPr>
              <a:t> AND </a:t>
            </a:r>
            <a:r>
              <a:rPr lang="en-US" sz="1800" b="1" dirty="0" err="1">
                <a:latin typeface="Consolas" panose="020B0609020204030204" pitchFamily="49" charset="0"/>
              </a:rPr>
              <a:t>Car_Electrical</a:t>
            </a:r>
            <a:r>
              <a:rPr lang="en-US" sz="1800" b="1" dirty="0">
                <a:latin typeface="Consolas" panose="020B0609020204030204" pitchFamily="49" charset="0"/>
              </a:rPr>
              <a:t> AND </a:t>
            </a:r>
            <a:r>
              <a:rPr lang="en-US" sz="1800" b="1" dirty="0" err="1">
                <a:latin typeface="Consolas" panose="020B0609020204030204" pitchFamily="49" charset="0"/>
              </a:rPr>
              <a:t>Car_Fuel</a:t>
            </a:r>
            <a:r>
              <a:rPr lang="en-US" sz="1800" b="1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/>
              <a:t>Simply copy this text above into the </a:t>
            </a:r>
            <a:r>
              <a:rPr lang="en-US" dirty="0" err="1"/>
              <a:t>HtSW</a:t>
            </a:r>
            <a:r>
              <a:rPr lang="en-US" dirty="0"/>
              <a:t> script area then click the “Check Script” button</a:t>
            </a:r>
          </a:p>
          <a:p>
            <a:pPr lvl="1"/>
            <a:r>
              <a:rPr lang="en-US" dirty="0"/>
              <a:t>KUREAS-SYS will identify the nine new SSCs; to add them click the </a:t>
            </a:r>
            <a:r>
              <a:rPr lang="en-US" dirty="0">
                <a:solidFill>
                  <a:srgbClr val="C00000"/>
                </a:solidFill>
              </a:rPr>
              <a:t>“Select All” </a:t>
            </a:r>
            <a:r>
              <a:rPr lang="en-US" dirty="0"/>
              <a:t>button then </a:t>
            </a:r>
            <a:r>
              <a:rPr lang="en-US" dirty="0">
                <a:solidFill>
                  <a:srgbClr val="C00000"/>
                </a:solidFill>
              </a:rPr>
              <a:t>“Add as SSCs”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4919-4FD7-473C-9C4F-71DD3B86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5182" y="645338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2648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 continued		New SSCs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8F48119-7BDB-4483-BAA0-6B45B8851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nine new SSCs will appear in the SSC list</a:t>
            </a:r>
          </a:p>
          <a:p>
            <a:pPr lvl="1"/>
            <a:r>
              <a:rPr lang="en-US" dirty="0"/>
              <a:t>However, we need to assign probabilities to each SSC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4919-4FD7-473C-9C4F-71DD3B86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5182" y="645338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17E2B3-0BE0-459E-8EFF-8AF9E1C7A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18" y="2550097"/>
            <a:ext cx="7663779" cy="410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4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 continued		Edit SSC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8F48119-7BDB-4483-BAA0-6B45B8851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edit or assign probabilities to an SSC, click the SSC</a:t>
            </a:r>
          </a:p>
          <a:p>
            <a:pPr lvl="1"/>
            <a:r>
              <a:rPr lang="en-US" dirty="0"/>
              <a:t>For example, click the </a:t>
            </a:r>
            <a:r>
              <a:rPr lang="en-US" dirty="0">
                <a:solidFill>
                  <a:srgbClr val="C00000"/>
                </a:solidFill>
              </a:rPr>
              <a:t>“Battery” </a:t>
            </a:r>
            <a:r>
              <a:rPr lang="en-US" dirty="0"/>
              <a:t>SSC</a:t>
            </a:r>
          </a:p>
          <a:p>
            <a:r>
              <a:rPr lang="en-US" dirty="0"/>
              <a:t>The right-most pane will show the clicked SSC information</a:t>
            </a:r>
          </a:p>
          <a:p>
            <a:pPr lvl="1"/>
            <a:r>
              <a:rPr lang="en-US" dirty="0"/>
              <a:t>Prior to entering probability information, its probability = 0</a:t>
            </a:r>
          </a:p>
          <a:p>
            <a:pPr lvl="1"/>
            <a:r>
              <a:rPr lang="en-US" dirty="0"/>
              <a:t>To enter a description for the SSC, click the description field and enter applicable text</a:t>
            </a:r>
          </a:p>
          <a:p>
            <a:pPr lvl="1"/>
            <a:r>
              <a:rPr lang="en-US" dirty="0"/>
              <a:t>To enter failure information, click </a:t>
            </a:r>
            <a:r>
              <a:rPr lang="en-US" dirty="0">
                <a:solidFill>
                  <a:srgbClr val="C00000"/>
                </a:solidFill>
              </a:rPr>
              <a:t>“Edit SSC Details”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Enter the SSC information as needed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Provide a </a:t>
            </a:r>
            <a:r>
              <a:rPr lang="en-US" dirty="0">
                <a:solidFill>
                  <a:srgbClr val="C00000"/>
                </a:solidFill>
              </a:rPr>
              <a:t>SSC type </a:t>
            </a:r>
            <a:r>
              <a:rPr lang="en-US" dirty="0">
                <a:solidFill>
                  <a:schemeClr val="tx1"/>
                </a:solidFill>
              </a:rPr>
              <a:t>	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Electrical</a:t>
            </a:r>
          </a:p>
          <a:p>
            <a:pPr lvl="1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Provide a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Component type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Battery</a:t>
            </a:r>
          </a:p>
          <a:p>
            <a:pPr lvl="1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Provide a Failure Mode	 Click the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“+FM”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button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4919-4FD7-473C-9C4F-71DD3B86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5182" y="645338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66146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 continued		Edit Failure Mode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8F48119-7BDB-4483-BAA0-6B45B8851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Enter the applicable info when editing a Failure Mode</a:t>
            </a:r>
          </a:p>
          <a:p>
            <a:pPr lvl="1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Failure Mode	 FTO</a:t>
            </a:r>
          </a:p>
          <a:p>
            <a:pPr lvl="1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FM Description	 Fails to Operate</a:t>
            </a:r>
          </a:p>
          <a:p>
            <a:pPr lvl="1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Evaluation Type	 Failure Probability</a:t>
            </a:r>
          </a:p>
          <a:p>
            <a:pPr lvl="2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“Failure Probability” = a quantified failure model</a:t>
            </a:r>
          </a:p>
          <a:p>
            <a:pPr lvl="2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“Qualitative” = low, medium, or high with user-specified values</a:t>
            </a:r>
          </a:p>
          <a:p>
            <a:pPr lvl="2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“Screened Out” = removed from consideration, but kept in the file for transparency or quality assurance purposes</a:t>
            </a:r>
          </a:p>
          <a:p>
            <a:pPr lvl="2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“Link to System Evaluation File” = use the overall system failure probability from another KUREAS-SYS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4919-4FD7-473C-9C4F-71DD3B86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5182" y="645338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04550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 continued		Failure Probability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8F48119-7BDB-4483-BAA0-6B45B8851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For the Evaluation Type of “Failure Probability,” options include</a:t>
            </a:r>
          </a:p>
          <a:p>
            <a:pPr lvl="1"/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Probability of Failure: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specify the mean and distribution</a:t>
            </a:r>
          </a:p>
          <a:p>
            <a:pPr lvl="1"/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Demand (Binomial):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specify the probability of failure on demand, the number of demands, and the distribution</a:t>
            </a:r>
          </a:p>
          <a:p>
            <a:pPr lvl="1"/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Fails While Operating (Poisson):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specify the failure rate (per hour), the operational mission time (in hours), and the distribution</a:t>
            </a:r>
          </a:p>
          <a:p>
            <a:pPr lvl="1"/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Fails in Standby: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specify the failure rate (per hour), the inspection test interval (in hours), and the distribution</a:t>
            </a:r>
          </a:p>
          <a:p>
            <a:pPr lvl="1"/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Fails While Operating w/ Repair: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specify the failure rate (per hour), the operational mission time (in hours), the repair time (in hours), and the distribution</a:t>
            </a:r>
          </a:p>
          <a:p>
            <a:pPr lvl="1"/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Logic T/F Flag: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specify True, False, or Ignore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For this example, simply set all SSCs with a FTO failure mode and a failure probability of 0.02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Now is probably a good time to click the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“Save SYS”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button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Note that a SSC can have multiple failure modes (this example only has one failure mode for each SSC)</a:t>
            </a:r>
          </a:p>
          <a:p>
            <a:pPr lvl="1"/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/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4919-4FD7-473C-9C4F-71DD3B86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5182" y="645338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082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	Define How the System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/>
          <a:lstStyle/>
          <a:p>
            <a:r>
              <a:rPr lang="en-US" dirty="0"/>
              <a:t>Since we already defined </a:t>
            </a:r>
            <a:r>
              <a:rPr lang="en-US" dirty="0" err="1"/>
              <a:t>HtSW</a:t>
            </a:r>
            <a:r>
              <a:rPr lang="en-US" dirty="0"/>
              <a:t> in Step 4 when creating the SSC, we can skip this step</a:t>
            </a:r>
          </a:p>
          <a:p>
            <a:r>
              <a:rPr lang="en-US" dirty="0"/>
              <a:t>The </a:t>
            </a:r>
            <a:r>
              <a:rPr lang="en-US" dirty="0" err="1"/>
              <a:t>HtSW</a:t>
            </a:r>
            <a:r>
              <a:rPr lang="en-US" dirty="0"/>
              <a:t> script is a depiction of how the system (in this case, a car) is designed to function</a:t>
            </a:r>
          </a:p>
          <a:p>
            <a:r>
              <a:rPr lang="en-US" dirty="0"/>
              <a:t>The </a:t>
            </a:r>
            <a:r>
              <a:rPr lang="en-US" dirty="0" err="1"/>
              <a:t>HtSW</a:t>
            </a:r>
            <a:r>
              <a:rPr lang="en-US" dirty="0"/>
              <a:t> script has keywords such as</a:t>
            </a:r>
          </a:p>
          <a:p>
            <a:pPr lvl="1"/>
            <a:r>
              <a:rPr lang="en-US" dirty="0"/>
              <a:t>X </a:t>
            </a:r>
            <a:r>
              <a:rPr lang="en-US" dirty="0">
                <a:solidFill>
                  <a:srgbClr val="C00000"/>
                </a:solidFill>
              </a:rPr>
              <a:t>AND</a:t>
            </a:r>
            <a:r>
              <a:rPr lang="en-US" dirty="0"/>
              <a:t> Y, both X and Y have to work for the system to work</a:t>
            </a:r>
          </a:p>
          <a:p>
            <a:pPr lvl="1"/>
            <a:r>
              <a:rPr lang="en-US" dirty="0"/>
              <a:t>X </a:t>
            </a:r>
            <a:r>
              <a:rPr lang="en-US" dirty="0">
                <a:solidFill>
                  <a:srgbClr val="C00000"/>
                </a:solidFill>
              </a:rPr>
              <a:t>OR</a:t>
            </a:r>
            <a:r>
              <a:rPr lang="en-US" dirty="0"/>
              <a:t> Y, either X or Y working results in the system working </a:t>
            </a:r>
          </a:p>
          <a:p>
            <a:pPr lvl="1"/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NOT</a:t>
            </a:r>
            <a:r>
              <a:rPr lang="en-US" dirty="0"/>
              <a:t> Y, a negation (Y is not working)</a:t>
            </a:r>
          </a:p>
          <a:p>
            <a:pPr lvl="1"/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COMBINE</a:t>
            </a:r>
            <a:r>
              <a:rPr lang="en-US" dirty="0"/>
              <a:t>(2, X Y Z), any combination of 2 of X Y or Z working causes the system to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66570-34FB-4FBD-AC89-3BF6914A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60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	 Evaluate System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/>
          <a:lstStyle/>
          <a:p>
            <a:r>
              <a:rPr lang="en-US" dirty="0"/>
              <a:t>Once the system and SSCs are defined, click the </a:t>
            </a:r>
            <a:r>
              <a:rPr lang="en-US" dirty="0">
                <a:solidFill>
                  <a:srgbClr val="C00000"/>
                </a:solidFill>
              </a:rPr>
              <a:t>“How the System Fails”</a:t>
            </a:r>
            <a:r>
              <a:rPr lang="en-US" dirty="0"/>
              <a:t> button</a:t>
            </a:r>
          </a:p>
          <a:p>
            <a:pPr lvl="1"/>
            <a:r>
              <a:rPr lang="en-US" dirty="0"/>
              <a:t>KUREAS-SYS will now</a:t>
            </a:r>
          </a:p>
          <a:p>
            <a:pPr lvl="2"/>
            <a:r>
              <a:rPr lang="en-US" dirty="0"/>
              <a:t>Evaluate the </a:t>
            </a:r>
            <a:r>
              <a:rPr lang="en-US" dirty="0" err="1"/>
              <a:t>HtSW</a:t>
            </a:r>
            <a:r>
              <a:rPr lang="en-US" dirty="0"/>
              <a:t> script to create an equivalent fault tree</a:t>
            </a:r>
          </a:p>
          <a:p>
            <a:pPr lvl="2"/>
            <a:r>
              <a:rPr lang="en-US" dirty="0"/>
              <a:t>Generate cut sets for that fault tree</a:t>
            </a:r>
          </a:p>
          <a:p>
            <a:pPr lvl="2"/>
            <a:r>
              <a:rPr lang="en-US" dirty="0"/>
              <a:t>Quantify the cut sets</a:t>
            </a:r>
          </a:p>
          <a:p>
            <a:pPr lvl="2"/>
            <a:r>
              <a:rPr lang="en-US" dirty="0"/>
              <a:t>Calculate the importance measures</a:t>
            </a:r>
          </a:p>
          <a:p>
            <a:r>
              <a:rPr lang="en-US" dirty="0"/>
              <a:t>The failure logic and failure insights will be displayed</a:t>
            </a:r>
          </a:p>
          <a:p>
            <a:r>
              <a:rPr lang="en-US" dirty="0"/>
              <a:t>Don’t forget to save your work by clicking </a:t>
            </a:r>
            <a:r>
              <a:rPr lang="en-US" dirty="0">
                <a:solidFill>
                  <a:srgbClr val="C00000"/>
                </a:solidFill>
              </a:rPr>
              <a:t>“Save SYS”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23EF0-3E15-4F43-8242-A9861084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27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	 continued		</a:t>
            </a:r>
            <a:r>
              <a:rPr lang="en-US" dirty="0" err="1"/>
              <a:t>HtSF</a:t>
            </a:r>
            <a:r>
              <a:rPr lang="en-US" dirty="0"/>
              <a:t> Screen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23EF0-3E15-4F43-8242-A9861084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99A5F8-DF5B-4D2A-BC9E-C4ED44E15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37" y="1455679"/>
            <a:ext cx="11209736" cy="513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97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Step	 continued		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Failure Logic </a:t>
            </a:r>
            <a:r>
              <a:rPr lang="en-US" dirty="0">
                <a:solidFill>
                  <a:schemeClr val="tx1"/>
                </a:solidFill>
              </a:rPr>
              <a:t>is a tree view of the fault tree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Graphic</a:t>
            </a:r>
            <a:r>
              <a:rPr lang="en-US" dirty="0">
                <a:solidFill>
                  <a:schemeClr val="tx1"/>
                </a:solidFill>
              </a:rPr>
              <a:t> is a simple fault tree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For a better fault tree graphic, consider Exporting the project to a KUREAS-FTL file (.KNOW_FTL)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Cut Sets </a:t>
            </a:r>
            <a:r>
              <a:rPr lang="en-US" dirty="0">
                <a:solidFill>
                  <a:schemeClr val="tx1"/>
                </a:solidFill>
              </a:rPr>
              <a:t>are listed in order of probability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the filter criteria to find specific items of interest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default quantification is controlled through settings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Importance</a:t>
            </a:r>
            <a:r>
              <a:rPr lang="en-US" dirty="0">
                <a:solidFill>
                  <a:schemeClr val="tx1"/>
                </a:solidFill>
              </a:rPr>
              <a:t> shows a plot and table of important measures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Reliability Designer </a:t>
            </a:r>
            <a:r>
              <a:rPr lang="en-US" dirty="0">
                <a:solidFill>
                  <a:schemeClr val="tx1"/>
                </a:solidFill>
              </a:rPr>
              <a:t>allows you to modify SSC failure probabilities up/down to see their impact on the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FB003-FA6E-4C12-A85B-D1B8D85CE666}"/>
              </a:ext>
            </a:extLst>
          </p:cNvPr>
          <p:cNvSpPr/>
          <p:nvPr/>
        </p:nvSpPr>
        <p:spPr>
          <a:xfrm>
            <a:off x="2489973" y="710967"/>
            <a:ext cx="640080" cy="6400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23EF0-3E15-4F43-8242-A9861084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93BC1-2D61-4AD8-BB57-17168CF164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2563EB"/>
              </a:clrFrom>
              <a:clrTo>
                <a:srgbClr val="2563E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90191" y="4242462"/>
            <a:ext cx="458110" cy="47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72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EE2-5863-4328-ABBA-D4F67C1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1" y="685800"/>
            <a:ext cx="10040983" cy="873034"/>
          </a:xfrm>
        </p:spPr>
        <p:txBody>
          <a:bodyPr>
            <a:normAutofit/>
          </a:bodyPr>
          <a:lstStyle/>
          <a:p>
            <a:r>
              <a:rPr lang="en-US" dirty="0"/>
              <a:t>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6ECC-5F81-401B-935D-8D16DF24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491" y="1558834"/>
            <a:ext cx="10040983" cy="489455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Some of the optional things to consider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P&amp;ID: A piping and instrumentation diagram editor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FMEA: Identify and store the failure modes and effects related to each SSC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Compare: Compare two different system analysis configuration files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Report: A comprehensive report preview and Word file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Import: Import basic events from a KUREAS-FTL file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Export: Export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Report info (.KNOW_RPT) for use in KUREAS-REPORT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Failure results (.KNOW_FTL) for use in KUREAS-FTL and KUREAS-SEQ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SSCs into a new reliability database file (.</a:t>
            </a:r>
            <a:r>
              <a:rPr lang="en-US" dirty="0" err="1">
                <a:solidFill>
                  <a:schemeClr val="tx1"/>
                </a:solidFill>
              </a:rPr>
              <a:t>relDB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SSCs into a FMEA database file (.</a:t>
            </a:r>
            <a:r>
              <a:rPr lang="en-US" dirty="0" err="1">
                <a:solidFill>
                  <a:schemeClr val="tx1"/>
                </a:solidFill>
              </a:rPr>
              <a:t>fmeaDB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Settings: GUI and Project level settings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23EF0-3E15-4F43-8242-A9861084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044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79D7A3-F6FD-4931-8930-7C63C21703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594975" y="6453188"/>
            <a:ext cx="1597025" cy="404812"/>
          </a:xfrm>
        </p:spPr>
        <p:txBody>
          <a:bodyPr/>
          <a:lstStyle/>
          <a:p>
            <a:fld id="{69E57DC2-970A-4B3E-BB1C-7A09969E49D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5115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{F942642A-6FBC-4BF9-A45C-D39504B9A81A}TFc3084226-2d0c-440f-9f46-6b48c7a7f670e6ba4a85-fc4a2881d6b3</Template>
  <TotalTime>216</TotalTime>
  <Words>1372</Words>
  <Application>Microsoft Office PowerPoint</Application>
  <PresentationFormat>Widescreen</PresentationFormat>
  <Paragraphs>144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Franklin Gothic Book</vt:lpstr>
      <vt:lpstr>Crop</vt:lpstr>
      <vt:lpstr>KUREAS-SYS</vt:lpstr>
      <vt:lpstr>System Reliability Analysis (Six Steps)</vt:lpstr>
      <vt:lpstr>Step  Start the Application</vt:lpstr>
      <vt:lpstr>Step  System Name</vt:lpstr>
      <vt:lpstr>Step   Load Reliability Database</vt:lpstr>
      <vt:lpstr>Step   Create and Edit SSCs</vt:lpstr>
      <vt:lpstr>Step  continued  HtSW</vt:lpstr>
      <vt:lpstr>Step  continued  New SSCs</vt:lpstr>
      <vt:lpstr>Step  continued  Edit SSC</vt:lpstr>
      <vt:lpstr>Step  continued  Edit Failure Mode</vt:lpstr>
      <vt:lpstr>Step  continued  Failure Probability</vt:lpstr>
      <vt:lpstr>Step  Define How the System Works</vt:lpstr>
      <vt:lpstr>Step   Evaluate System Reliability</vt:lpstr>
      <vt:lpstr>Step  continued  HtSF Screen</vt:lpstr>
      <vt:lpstr>Step  continued  Results</vt:lpstr>
      <vt:lpstr>Optional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curtis</dc:creator>
  <cp:lastModifiedBy>curtis</cp:lastModifiedBy>
  <cp:revision>11</cp:revision>
  <dcterms:created xsi:type="dcterms:W3CDTF">2026-05-28T16:08:27Z</dcterms:created>
  <dcterms:modified xsi:type="dcterms:W3CDTF">2026-05-28T19:45:44Z</dcterms:modified>
</cp:coreProperties>
</file>